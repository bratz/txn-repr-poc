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68096" y="26060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Understanding, Lifecycle Scoring &amp; Embeddings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" y="3200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the LLM path adds only +1.3pp for 7.6M adapter params + LLM inference — dropped from serving. The frozen encoder + linear heads carry the tasks.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 — pretrained adapters on a frozen backbone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Redrawn from Raman et al. (arXiv:2410.07851, §4 / Eq. 5). Grey never trains; blue is the ~7.64M-parameter adapter trio.</a:t>
            </a:r>
            <a:endParaRPr lang="en-US" sz="1400" dirty="0"/>
          </a:p>
        </p:txBody>
      </p:sp>
      <p:pic>
        <p:nvPicPr>
          <p:cNvPr id="4" name="Image 0" descr="C:/Users/BHATTACHARYAMrSUBRAT/AVD5/txn-repr-poc/docs/architecture_adap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554480"/>
            <a:ext cx="65836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237744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(C5, measured):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LLM path scores 0.932 vs the linear probe's 0.919 — +1.3pp for a 1.3B-parameter forward pass. PULSE serves the probe; the diagram path exists because we measured it, then retired it.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— what PULSE needs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serving contract per endpoint. Right: how the synthetic training data is generated (all seeded — same command, same bytes).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payment fields: accounts &amp; ultimate parties, amount + currency, settlement date &amp; method, identifier type, names, countries, industries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message trail so far: end_to_end_id, seq, msg_type, tx_sts, minutes offset + the payment fields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/score/velocity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(≥2 rows): account id, dates + feature columns — engine-supplied, stateless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(≥3 rows) incl. counterparty ids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/forecast/liquidity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outward book (intake fields)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origination fusion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pain.001 channel context at t=0: channel, device, session, auth attributes (bank-internal, pre-ISO)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37960" y="1691640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20840" y="1746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Account universe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720840" y="2020824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synthetic corporates: industries, countries, account / IFSC / BIC identifiers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537960" y="2624328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0840" y="2679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Payments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720840" y="2953512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+ scope pick the eligible rail: ≥₹2L unlocks RTGS, ≤₹5L allows IMPS, cross-border → SWIFT; a slice arrives deliberately mis-routed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37960" y="3557016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36118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Exceptions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720840" y="38862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hazard model injects 16 exception types (sanctions, liquidity, format…) at lifecycle steps → terminal status, settle time, charges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37960" y="4489704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20840" y="45445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Lifecycle expansion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720840" y="481888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payment becomes its ISO trail — pain.001→pacs.008→pacs.002→camt.054, recalls (camt.056) &amp; returns (pacs.004) — timestamps anchored to the events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37960" y="5422392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54772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Planted couplings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720840" y="5751576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cancellations; origination ATO risk ×8-coupled to later recalls; optional salary/rent/supplier cadences for forecasting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172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transaction data anywhere. The generators are the falsifiability tool: labels with known causes let a claim fail loudly.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— one model, many payment decisions: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1 — intake API, five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/score/intake — real request/response pairs against the served bundle (calibrated). Misses shown as-is.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206240"/>
                <a:gridCol w="2587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UC-1  ₹833 domestic, known accounts (true: IMPS,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(0.624) · STP · ETA 0m · risk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correct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UC-2  ₹2,50,799 high-value (true: RTGS,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(0.812) · REJECTED · risk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+ risk right; status wrong — the weak head, shown failing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UC-3  cross-border BIC/IBAN, IN→BR (true settle 1,140m)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(1) · ETA 878.2m · risk High · top exc sanctions_hit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1.00 on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UC-4  ₹7,410 arrives tagged RTGS — below the ₹2L floor (true: REJECTED)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re-routes to NEFT (0.631) ·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the mis-route AND the reject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UC-5  cold start — all account ids brand 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(0.001) · REPAIRED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collapses to 0.001 — documented, gateway should distrust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JSON: docs/annex_capture.json · paper Annexure A · regenerate against any bundle with the capture script.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2 — in-flight lifecycle &amp; explanations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/score/inflight — the same payment object, scored as its message trail grows.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UC-7 · healthy, first message 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0.9571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0.7475 · REJ 0.0248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0.0259 · return 0.0063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ED05 @ 0.5882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UC-8 · recalled &amp; returned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28232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pacs.008→pacs.002→camt.054→camt.056→camt.029→pacs.004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28232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0.8522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0.808 · REJ 0.0575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0.044 · return 0.0625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AC04 @ 0.9665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probability rises 10× (0.0063 → 0.0625) and the conditional reject reason snaps to AC04 (account closed) at 0.97 once the recall/return trail lands.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explain:true on UC-3 — occlusion drivers: identifier_type (risk +0.5831, rail +0.2905)  ·  Ccy (risk -0.2017, rail +0.4739)  ·  IntrBkSttlmAmt (risk +0.5572, rail -0.0059)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3 — behaviour &amp; treasury APIs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next-payment forecast, and the liquidity curve — engine sends history, PULSE returns calibrated numbers.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33095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/score/velocity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account histories (6 txns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bursting acct 1RR9184S: burst_proba 0.5 · quiet acct: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/forecast/next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salaried customer (20 payments) + irregular (12)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salary: P(next≤35d) 0.75, gap 9.9d · irregular: 0.6103, gap 26.1d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/forecast/liquidity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book — 100 outward payments, ₹36.6L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outflow by bucket: &lt;1m ₹151k · 1-15m ₹179k · 15-60m ₹255k · 1-4h ₹69k · 4-24h ₹2309k · &gt;24h ₹696k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9377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salaried account earns the higher occurrence probability and the shorter gap — cadence read from history alone. Liquidity buckets are amount-conserving: they sum to the book total.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2026-07-04T14:35:41Z</dcterms:created>
  <dcterms:modified xsi:type="dcterms:W3CDTF">2026-07-04T14:35:41Z</dcterms:modified>
</cp:coreProperties>
</file>