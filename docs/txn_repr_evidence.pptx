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768096" y="26060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Understanding, Lifecycle Scoring &amp; Embeddings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68096" y="32004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SWIFT — reading the full ISO 20022 lifecycle (pain.001 → pacs.008 → camt.054)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amount-band choice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valid rail, no cap breach, no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₹7.5 lakh attempted via IMPS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Breaches the ₹5L IMPS cap → guaranteed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intake guard — blocked before submission, right tool not guesswork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pre-empts the timeout; set retry / 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(held-out): ETA error 172 min vs a 234-min naive at initiation (pain.001, before clearing) · 195 vs 392 at full intake (n=4,000).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(full run): 'will it credit?' sharpens 0.86 → 0.94 as messages arrive (pain.001 → pacs.008) — plus recall (camt.056) &amp; return (pacs.004) legs modeled end-to-end.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estimate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0525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next-payment forecast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LLM? </a:t>
            </a:r>
            <a:pPr indent="0" marL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real Phi-1.5 (C5, H200): the LLM path adds only +1.3pp for 7.6M adapter params + LLM inference — dropped from serving. The frozen encoder + linear heads carry the tasks.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on CPU, claims verified on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full-scale claim runs reproduced on an H200.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n=4,000: rail 0.56 probe vs 0.65 tree (4-class, harder without UPI)  ·  ETA 195 min vs 392 naive  ·  status 0.28 (weak — tree territory, reported openly)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88620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initiation (pain.001, before clearing): ETA 172 vs 234 naive  ·  charges MAE 117 vs 203  ·  'will it credit' 0.86 → 0.94 as messages arrive.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full ISO 20022 lifecycle modeled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recall &amp; return legs (camt.056/pacs.004)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charges head · gpi tracker statuses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data. Cold-start caveat: brand-new accounts degrade accuracy (identity features matter) — a known focus for the real-data phase. Next: real transaction data, scale, AML / network-graph.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prediction, measured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fifteen read-outs — wins and losses reported alike. Full-scale (H200) numbers.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776472"/>
                <a:gridCol w="1920240"/>
                <a:gridCol w="23774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result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 to settlement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172 min at initiation · 195 at n=4,000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/ 392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117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(−42%)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'Will it credit?' — streaming, in-flight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0.86 → 0.94 as messages arrive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 prevalence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lifecycle-native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Velocity burst — account timing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0.82 time-aware (full corpus)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 order-blind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(+60pp)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takeover at origination (channel context)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PR-AUC 0.03 ISO-only → 1.00 with pain.001 channel data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fields alone are blind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 — multi-source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when? (forecast)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23.5 days, held-out customers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 / 32.5 naive gaps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payment: will one occur / how much?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occurrence 0.58 · amount: median naive wins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median naive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Naives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 routing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 probe · 0.65 on cleanly-routed · SWIFT F1 1.00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0.65 · majority 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(paper §5 task)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 on the fresh 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comparable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competitive (C2)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outcome at initiation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 acc / 0.21 macro-F1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0.74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 reason (ISO status code)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 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'none' dominates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— tree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/ return likelihood (camt.056 / pacs.004)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prevalence (3.0% / 1.8% positive)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rare at 20k — needs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Next-message order (sequence encoder)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≈ pooled (−0.5pp, full run)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bag-of-messages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 null — no order signal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Caps · floors · geo-cover · duplicates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by construction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Rules &amp; guards, not ML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Missing-field infill (imputation)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fields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A61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 / dates → lookup, not inference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053328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the frozen backbone beats its baseline. Amber / red = a tuned tree or naive matches or wins on complete-record labels — the paper's C2 finding, reported openly and routed to the right tool. Grey = deliberately not ML.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(test_predictions_100.csv, GPU-trained bundle).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60120"/>
                <a:gridCol w="1097280"/>
                <a:gridCol w="1828800"/>
                <a:gridCol w="1371600"/>
                <a:gridCol w="1737360"/>
                <a:gridCol w="1508760"/>
                <a:gridCol w="130759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250,799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fraud_hold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208,988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(true Med)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(true STP)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 min (true 1140)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7,410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13,137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(0.57)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 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format_error 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matches truth; ✓ = predicted outcome matched too. The ₹7,410 'RTGS *' arrived mis-routed (below the ₹2L floor) — the model re-routes it to NEFT AND correctly predicts the reject. The SWIFT row's status/risk misses are shown as-is, not cherry-picked.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fresh 100 (known accounts, new payments):  rail 0.60 — 0.65 on cleanly-routed  ·  risk 0.58  ·  status 0.18 (small-n; stable n=4,000: 0.28).  Stable eval: rail 0.56 vs tree 0.65  ·  ETA 195 vs 392 naive.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 automated tests green · reproducible · full-scale claims measured on an H200 GPU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 &amp; charges from the payment itself · in-flight calls from partial (pain.001) data · timing/sequence signals (+60pp) · multi-source fusion (ATO 0.03 → 1.00)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feature-rule scoring on complete records — we report this openly and route caps/floors to guards, not guesses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PULSE — one model, many payment decisions: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2026-07-04T14:05:57Z</dcterms:created>
  <dcterms:modified xsi:type="dcterms:W3CDTF">2026-07-04T14:05:57Z</dcterms:modified>
</cp:coreProperties>
</file>