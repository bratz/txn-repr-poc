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01168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Payment Intelligence on One Model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768096" y="297180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payment once — route it, price its risk, predict failures, promise an arrival time.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768096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2761488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07208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 risk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54880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00600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failures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748272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93992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 ETA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741664" y="4023360"/>
            <a:ext cx="1828800" cy="640080"/>
          </a:xfrm>
          <a:prstGeom prst="roundRect">
            <a:avLst>
              <a:gd name="adj" fmla="val 11429"/>
            </a:avLst>
          </a:prstGeom>
          <a:solidFill>
            <a:srgbClr val="2A3470"/>
          </a:solidFill>
          <a:ln w="12700">
            <a:solidFill>
              <a:srgbClr val="2A34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787384" y="4023360"/>
            <a:ext cx="1737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ahead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68096" y="60350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6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reusable model across RTGS · NEFT · IMPS · UPI · SWIFT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it matters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operational outcomes — from one model the team builds once.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Fewer failed payments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2296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Catch cap / limit / SLA breaches before submission — not after a customer call.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217920" y="1645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492240" y="1874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Faster, kept promises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492240" y="2514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Tell the customer when funds land: seconds, minutes, or hours — by rail.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 manual review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2296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analysts on the risky few; auto-categorise the routine many.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3931920"/>
            <a:ext cx="5440680" cy="2011680"/>
          </a:xfrm>
          <a:prstGeom prst="roundRect">
            <a:avLst>
              <a:gd name="adj" fmla="val 3636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92240" y="4160520"/>
            <a:ext cx="4937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Lower build cost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492240" y="4800600"/>
            <a:ext cx="49377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backbone, many tasks. A new question = a small add-on, not a new model.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 routing — send it the right way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the fastest rail that will actually clear.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₹60,000, account-to-account, domestic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IMPS or NEFT — not UPI (over its ₹1L cap)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a guaranteed reject; pick the fastest valid rail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₹3,00,000, domestic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RTGS-eligible (≥ ₹2 lakh)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rail for high-value, real-time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$125,000, India → US, BIC/IBAN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 (cross-border) — confidence 1.00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Correctly separates cross-border from domestic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Catch failures before they happen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prevented reject is a call avoided and a customer kept.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₹1.5 lakh sent via UPI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Will breach the ₹1L UPI cap → reject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Warn &amp; reroute pre-submission  (cap-breach detection: PR-AUC 0.55)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₹50,000 sent via RTGS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the ₹2 lakh RTGS floor → reject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it before it leaves the building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Instant payment, beneficiary bank slow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SLA-breach / technical-decline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Pre-empt the timeout; set retry/fallback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Promise an arrival time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Accurate settlement promises — and liquidity planning.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UPI / IMPS payment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confirmation to the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NEFT payment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 minutes (next batch)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the right expectation, no support ticket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SWIFT, cross-border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~22 hours (correspondent chain)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funding &amp; FX; promise a realistic date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Measured: ETA error 207 min vs a 400-min naive baseline — the model learns each rail's settlement tier.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&amp; compliance triage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scarce analyst time at the few that need it.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₹30 lakh, cross-border, financial counterparty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risk + International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to enhanced due diligence / AML review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Cross-border to a sanctioned-exposure region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Flags a sanctions-screening hit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and case-manage before settlement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to a software vendor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category: Technology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Auto-categorise for finance — no manual coding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the payment's future (in-flight)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digital twin of the payment lifecycle — predict the next step, not just the last.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777240" y="14173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SCENARIO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0" y="1417320"/>
            <a:ext cx="2926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PREDICTS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549640" y="141732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48640" y="1783080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1874520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 cleared validation &amp; enrichment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983480" y="2322576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5486400" y="1874520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 likely to hit a sanctions hold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8549640" y="1874520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Pre-stage the case; staff ahead of the queue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08376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3099816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Inward payment, account resolution pending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983480" y="3547872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5486400" y="3099816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Elevated 'account not found' risk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8549640" y="3099816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Proactively confirm details before posting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4233672"/>
            <a:ext cx="11091672" cy="1078992"/>
          </a:xfrm>
          <a:prstGeom prst="roundRect">
            <a:avLst>
              <a:gd name="adj" fmla="val 5085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4325112"/>
            <a:ext cx="41148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High-value outward, settlement step ahead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983480" y="4773168"/>
            <a:ext cx="41148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5486400" y="4325112"/>
            <a:ext cx="292608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Liquidity / cover shortfall risk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8549640" y="4325112"/>
            <a:ext cx="301752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Reserve funding before the rail demands it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548640" y="57607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model scores a payment both at intake and mid-workflow — reactive ops become proactive.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one model — not eight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the hard part once; every new question is a small add-on.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480560" y="1554480"/>
            <a:ext cx="3200400" cy="731520"/>
          </a:xfrm>
          <a:prstGeom prst="roundRect">
            <a:avLst>
              <a:gd name="adj" fmla="val 12500"/>
            </a:avLst>
          </a:prstGeom>
          <a:solidFill>
            <a:srgbClr val="1E2761"/>
          </a:solidFill>
          <a:ln/>
        </p:spPr>
      </p:sp>
      <p:sp>
        <p:nvSpPr>
          <p:cNvPr id="5" name="Text 3"/>
          <p:cNvSpPr/>
          <p:nvPr/>
        </p:nvSpPr>
        <p:spPr>
          <a:xfrm>
            <a:off x="4480560" y="1554480"/>
            <a:ext cx="3200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frozen model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661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118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3093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3550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9052560" y="2651760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098280" y="265176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229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86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661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118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categorisation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63093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3550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in-flight twin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3493008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098280" y="3493008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8229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686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velocity (burst)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3566160" y="4334256"/>
            <a:ext cx="256032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11880" y="4334256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partial-data infill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822960" y="534924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~6% 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 full model's parameters add a new task — proven param-efficiency (C1), so adding capabilities is cheap and fast.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today — trained &amp; serving on commodity CPU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on synthetic data; no GPU required at this scale.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20,000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77724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payments trained (CPU)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25196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48056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48056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payments scored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955280" y="1600200"/>
            <a:ext cx="3520440" cy="1508760"/>
          </a:xfrm>
          <a:prstGeom prst="roundRect">
            <a:avLst>
              <a:gd name="adj" fmla="val 4848"/>
            </a:avLst>
          </a:prstGeom>
          <a:solidFill>
            <a:srgbClr val="F2F5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83880" y="1783080"/>
            <a:ext cx="31089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 → CSV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183880" y="2542032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 and output files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48640" y="34290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100: rail routing 0.77  ·  risk 0.77  ·  ETA error 181 min  ·  terminal status 0.24 (weak)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48640" y="393192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Reproducible pipeline:  generate  →  train on CPU  →  persist model  →  predict from CSV.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velocity (burst) head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251960" y="4526280"/>
            <a:ext cx="3566160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297680" y="4526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in-flight from partial pacs.008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7955280" y="4526280"/>
            <a:ext cx="3685032" cy="640080"/>
          </a:xfrm>
          <a:prstGeom prst="roundRect">
            <a:avLst>
              <a:gd name="adj" fmla="val 11429"/>
            </a:avLst>
          </a:prstGeom>
          <a:solidFill>
            <a:srgbClr val="F2F5FC"/>
          </a:solidFill>
          <a:ln w="12700">
            <a:solidFill>
              <a:srgbClr val="F2F5F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01000" y="4526280"/>
            <a:ext cx="359359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imputes missing early-stage fields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548640" y="544068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Maturity: a working prototype on synthetic data and commodity hardware. Next: real transaction data, scale, and the AML / network-graph layer.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 predictions — a sample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66928" y="969264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of 100 held-out payments · CSV in → CSV out (test_predictions_100.csv).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45920"/>
          <a:ext cx="11274552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143000"/>
                <a:gridCol w="1234440"/>
                <a:gridCol w="2057400"/>
                <a:gridCol w="2084832"/>
                <a:gridCol w="822960"/>
                <a:gridCol w="21945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True rail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Predicted (conf)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exception risk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28,290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UPI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MANUAL_REVIEW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sla_breach 0.84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4,220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IMPS (0.62)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sanctions_hit 0.96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285,371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 (0.81)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REJECTED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below_min 0.70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274,523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x-border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SWIFT (1.00)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1085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no_cover 0.96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3,774 INR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domestic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RTGS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C98A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NEFT (0.65)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 min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batch_return 0.80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8DE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457200" y="4754880"/>
            <a:ext cx="112745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A61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= predicted rail matches truth. The two ambers are honest overlap cases: 285,371 is eligible for both NEFT and RTGS; the 3,774 'RTGS' is a mis-routed intake (below the ₹2L floor) — NEFT is the correct rail.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57200" y="5532120"/>
            <a:ext cx="112745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100 overall:  rail 0.77  ·  risk 0.77  ·  ETA MAE 181 min  ·  terminal status 0.24 (weak).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Honest about where it stands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777240" y="173736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Proven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4023360" y="173736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165 automated tests green · reproducible · independently code-reviewed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77240" y="269748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it wins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4023360" y="269748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 caps, settlement-time tiers, rail eligibility — caught reliably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365760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a simple tree still wins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4023360" y="365760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plain rule-based risk scoring on visible fields — we report this openly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777240" y="4617720"/>
            <a:ext cx="3108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 vs next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023360" y="4617720"/>
            <a:ext cx="7406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synthetic data today → real transaction data + network/AML graph next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777240" y="5852160"/>
            <a:ext cx="10607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many payment decisions — efficient, faithful to the research, honestly measured.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2026-07-01T08:07:57Z</dcterms:created>
  <dcterms:modified xsi:type="dcterms:W3CDTF">2026-07-01T08:07:57Z</dcterms:modified>
</cp:coreProperties>
</file>