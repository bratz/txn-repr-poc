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68096" y="260604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Understanding, Lifecycle Scoring &amp; Embeddings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8096" y="32004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payment once — route it, price its risk, predict failures, promise an arrival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8096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3816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761488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07208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risk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failures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748272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93992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ETA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41664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87384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ahead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68096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reusable model across RTGS · NEFT · IMPS · SWIFT — reading the full ISO 20022 lifecycle (pain.001 → pacs.008 → camt.054)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operational outcomes — from one model the team builds once.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 failed payments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cap / limit / SLA breaches before submission — not after a customer call.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Faster, kept promises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customer when funds land: seconds, minutes, or hours — by rail.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manual review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analysts on the risky few; auto-categorise the routine many.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build cost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many tasks. A new question = a small add-on, not a new model.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routing — send it the right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fastest rail that will actually clear.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₹60,000, account-to-account, domestic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or NEFT — amount-band choice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valid rail, no cap breach, no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₹3,00,000, domestic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RTGS-eligible (≥ ₹2 lakh)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rail for high-value, real-time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$125,000, India → US, BIC/IBAN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(cross-border) — confidence 1.00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separates cross-border from domestic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failures before they happen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prevented reject is a call avoided and a customer kept.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₹7.5 lakh attempted via IMPS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Breaches the ₹5L IMPS cap → guaranteed reject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intake guard — blocked before submission, right tool not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₹50,000 sent via RTGS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₹2 lakh RTGS floor → reject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it before it leaves the building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payment, beneficiary bank slow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SLA-breach / technical-decline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pre-empts the timeout; set retry / fallback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Promise an arrival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settlement promises — and liquidity planning.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payment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confirmation to the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NEFT payment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 (next batch)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right expectation, no support ticket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SWIFT, cross-border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hours (correspondent chain)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funding &amp; FX; promise a realistic date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(held-out): ETA error 172 min vs a 234-min naive at initiation (pain.001, before clearing) · 195 vs 392 at full intake (n=4,000).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&amp; compliance triage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scarce analyst time at the few that need it.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lakh, cross-border, financial counterparty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+ International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enhanced due diligence / AML review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to a sanctioned-exposure region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 sanctions-screening hit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and case-manage before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to a software vendor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category: Technology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Auto-categorise for finance — no manual coding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payment's future (in-flight)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of the payment lifecycle — predict the next step, not just the last.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cleared validation &amp; enrichment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 likely to hit a sanctions hold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Pre-stage the case; staff ahead of the queue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Inward payment, account resolution pending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'account not found' risk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Proactively confirm details before posting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outward, settlement step ahead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/ cover shortfall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funding before the rail demands 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(full run): 'will it credit?' sharpens 0.86 → 0.94 as messages arrive (pain.001 → pacs.008) — plus recall (camt.056) &amp; return (pacs.004) legs modeled end-to-end.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model — not eight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hard part once; every new question is a small add-on.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480560" y="155448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480560" y="1554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model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661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982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661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categorisation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twin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982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(burst)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661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partial-data infill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093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estimate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525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next-payment forecast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" y="53035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~6% 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full model's parameters add a new task — proven param-efficiency (C1), so adding capabilities is cheap and fast.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LLM? </a:t>
            </a:r>
            <a:pPr indent="0" marL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real Phi-1.5 (C5, H200): the LLM path adds only +1.3pp for 7.6M adapter params + LLM inference — dropped from serving. The frozen encoder + linear heads carry the tasks.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today — trained on CPU, claims verified on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synthetic data; full-scale claim runs reproduced on an H200.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7724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trained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payments scored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→ CSV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8388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output files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n=4,000: rail 0.56 probe vs 0.65 tree (4-class, harder without UPI)  ·  ETA 195 min vs 392 naive  ·  status 0.28 (weak — tree territory, reported openly)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initiation (pain.001, before clearing): ETA 172 vs 234 naive  ·  charges MAE 117 vs 203  ·  'will it credit' 0.86 → 0.94 as messages arrive.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full ISO 20022 lifecycle modeled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5196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recall &amp; return legs (camt.056/pacs.004)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4526280"/>
            <a:ext cx="3685032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1000" y="4526280"/>
            <a:ext cx="35935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charges head · gpi tracker statuses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Maturity: a working prototype on synthetic data. Cold-start caveat: brand-new accounts degrade accuracy (identity features matter) — a known focus for the real-data phase. Next: real transaction data, scale, AML / network-graph.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prediction, measured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fifteen read-outs — wins and losses reported alike. Full-scale (H200) numbers.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776472"/>
                <a:gridCol w="1920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 to settlement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172 min at initiation · 195 at n=4,000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/ 392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117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(−42%)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'Will it credit?' — streaming, in-flight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0.86 → 0.94 as messages arrive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 prevalence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— lifecycle-native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burst — account 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0.82 time-aware (full corpus)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 order-blind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(+60pp)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takeover at origination (channel context)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0.03 ISO-only → 1.00 with pain.001 channel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fields alone are blind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— multi-source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payment: when? (forecast)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23.5 days, held-out customers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 / 32.5 naive gaps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payment: will one occur / how much?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occurrence 0.58 · amount: median naive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0.65 · median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Naives competitive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routing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 probe · 0.65 on cleanly-routed · SWIFT F1 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0.65 · majority 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(paper §5 task)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 on the fresh 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comparable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 (C2)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outcome at initiation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 acc / 0.21 macro-F1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0.74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reason (ISO status code)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 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'none' dominates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/ return likelihood (camt.056 / pacs.004)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prevalence (3.0% / 1.8% positive)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rare at 20k — needs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Next-message order (sequence encoder)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≈ pooled (−0.5pp, full run)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bag-of-messages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null — no order signal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 · floors · geo-cover · duplicates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by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&amp; guards, not ML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Missing-field infill (imputation)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fields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IDs / dates → lookup, not inference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053328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the frozen backbone beats its baseline. Amber / red = a tuned tree or naive matches or wins on complete-record labels — the paper's C2 finding, reported openly and routed to the right tool. Grey = deliberately not ML.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 predictions — a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100 held-out payments · CSV in → CSV out (test_predictions_100.csv, GPU-trained bundle).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0120"/>
                <a:gridCol w="1097280"/>
                <a:gridCol w="1828800"/>
                <a:gridCol w="1371600"/>
                <a:gridCol w="1737360"/>
                <a:gridCol w="1508760"/>
                <a:gridCol w="13075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rail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(conf)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exception 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833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format_error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250,799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(0.81)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(true STP)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fraud_hold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208,988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x-border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(1.00)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(true Med)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(true STP)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 min (true 1140)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sanctions_hit 0.05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7,410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 (0.63)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below_min 0.06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13,137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(0.57)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format_error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matches truth; ✓ = predicted outcome matched too. The ₹7,410 'RTGS *' arrived mis-routed (below the ₹2L floor) — the model re-routes it to NEFT AND correctly predicts the reject. The SWIFT row's status/risk misses are shown as-is, not cherry-picked.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fresh 100 (known accounts, new payments):  rail 0.60 — 0.65 on cleanly-routed  ·  risk 0.58  ·  status 0.18 (small-n; stable n=4,000: 0.28).  Stable eval: rail 0.56 vs tree 0.65  ·  ETA 195 vs 392 naive.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where it stands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023360" y="173736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 automated tests green · reproducible · full-scale claims measured on an H200 GPU · independently code-reviewed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wins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023360" y="269748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&amp; charges from the payment itself · in-flight calls from partial (pain.001) data · timing/sequence signals (+60pp) · multi-source fusion (ATO 0.03 → 1.00)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simple tree still wins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023360" y="36576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feature-rule scoring on complete records — we report this openly and route caps/floors to guards, not guesses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vs next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023360" y="461772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today → real transaction data + network/AML graph next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— one model, many payment decisions: efficient, faithful to the research, honestly measured.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Annexure 1 — intake API, five scenarios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/score/intake — real request/response pairs against the served bundle (calibrated). Misses shown as-is.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4206240"/>
                <a:gridCol w="258775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UC-1  ₹833 domestic, known accounts (true: IMPS, STP)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(0.624) · STP · ETA 0m · risk 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correct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UC-2  ₹2,50,799 high-value (true: RTGS, STP)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(0.812) · REJECTED · risk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+ risk right; status wrong — the weak head, shown failing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UC-3  cross-border BIC/IBAN, IN→BR (true settle 1,140m)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(1) · ETA 878.2m · risk High · top exc sanctions_hit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 1.00 on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UC-4  ₹7,410 arrives tagged RTGS — below the ₹2L floor (true: REJECTED)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re-routes to NEFT (0.631) · REJECTED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Catches the mis-route AND the reject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UC-5  cold start — all account ids brand 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 (0.001) · REPAIRED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 collapses to 0.001 — documented, gateway should distrust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JSON: docs/annex_capture.json · paper Annexure A · regenerate against any bundle with the capture script.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Annexure 2 — in-flight lifecycle &amp; explanations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/score/inflight — the same payment object, scored as its message trail grows.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017520"/>
          </a:xfrm>
          <a:prstGeom prst="roundRect">
            <a:avLst>
              <a:gd name="adj" fmla="val 2424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UC-7 · healthy, first message only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1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pacs.008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0.9571  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 0.7475 · REJ 0.0248
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0.0259 · return 0.0063
</a:t>
            </a:r>
            <a:pPr indent="0" marL="0">
              <a:buNone/>
            </a:pPr>
            <a:r>
              <a:rPr lang="en-US" sz="13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fails: ED05 @ 0.5882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645920"/>
            <a:ext cx="5440680" cy="3017520"/>
          </a:xfrm>
          <a:prstGeom prst="roundRect">
            <a:avLst>
              <a:gd name="adj" fmla="val 2424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UC-8 · recalled &amp; returned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28232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1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pacs.008→pacs.002→camt.054→camt.056→camt.029→pacs.004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28232" y="265176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0.8522  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 0.808 · REJ 0.0575
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0.044 · return 0.0625
</a:t>
            </a:r>
            <a:pPr indent="0" marL="0">
              <a:buNone/>
            </a:pPr>
            <a:r>
              <a:rPr lang="en-US" sz="13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fails: AC04 @ 0.9665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probability rises 10× (0.0063 → 0.0625) and the conditional reject reason snaps to AC04 (account closed) at 0.97 once the recall/return trail lands.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explain:true on UC-3 — occlusion drivers: identifier_type (risk +0.5831, rail +0.2905)  ·  Ccy (risk -0.2017, rail +0.4739)  ·  IntrBkSttlmAmt (risk +0.5572, rail -0.0059)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Annexure 3 — behaviour &amp; treasury APIs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Velocity, next-payment forecast, and the liquidity curve — engine sends history, PULSE returns calibrated numbers.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5330952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/score/velocity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account histories (6 txns each)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bursting acct 1RR9184S: burst_proba 0.5 · quiet acct: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/forecast/next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salaried customer (20 payments) + irregular (12)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salary: P(next≤35d) 0.75, gap 9.9d · irregular: 0.6103, gap 26.1d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/forecast/liquidity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day's book — 100 outward payments, ₹36.6L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outflow by bucket: &lt;1m ₹151k · 1-15m ₹179k · 15-60m ₹255k · 1-4h ₹69k · 4-24h ₹2309k · &gt;24h ₹696k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9377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salaried account earns the higher occurrence probability and the shorter gap — cadence read from history alone. Liquidity buckets are amount-conserving: they sum to the book total.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2026-07-04T14:23:39Z</dcterms:created>
  <dcterms:modified xsi:type="dcterms:W3CDTF">2026-07-04T14:23:39Z</dcterms:modified>
</cp:coreProperties>
</file>