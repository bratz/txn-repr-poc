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Intelligence on One Model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68096" y="29718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payment once — route it, price its risk, predict failures, promise an arrival time.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68096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3816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61488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failures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748272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93992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ETA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741664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87384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ahead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8096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reusable model across RTGS · NEFT · IMPS · SWIFT — reading the full ISO 20022 lifecycle (pain.001 → pacs.008 → camt.054)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operational outcomes — from one model the team builds once.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failed payments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cap / limit / SLA breaches before submission — not after a customer call.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Faster, kept promises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customer when funds land: seconds, minutes, or hours — by rail.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manual review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analysts on the risky few; auto-categorise the routine many.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build cost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many tasks. A new question = a small add-on, not a new model.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routing — send it the right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fastest rail that will actually clear.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₹60,000, account-to-account, domestic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or NEFT — amount-band choice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valid rail, no cap breach, no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₹3,00,000, domestic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RTGS-eligible (≥ ₹2 lakh)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rail for high-value, real-time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$125,000, India → US, BIC/IBAN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(cross-border) — confidence 1.00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separates cross-border from domestic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failures before they happen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prevented reject is a call avoided and a customer kept.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₹7.5 lakh attempted via IMPS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Breaches the ₹5L IMPS cap → guaranteed reject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intake guard — blocked before submission, right tool not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 sent via RTGS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₹2 lakh RTGS floor → reject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it before it leaves the building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payment, beneficiary bank slow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SLA-breach / technical-decline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pre-empts the timeout; set retry / fallback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Promise an arrival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settlement promises — and liquidity planning.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payment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confirmation to the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NEFT payment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 (next batch)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right expectation, no support ticket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SWIFT, cross-border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hours (correspondent chain)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funding &amp; FX; promise a realistic date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(held-out): ETA error 184 min vs a 232-min naive baseline — available at initiation (pain.001), before clearing.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compliance triage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scarce analyst time at the few that need it.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lakh, cross-border, financial counterparty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+ International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enhanced due diligence / AML review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to a sanctioned-exposure region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 sanctions-screening hit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and case-manage before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to a software vendor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category: Technology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Auto-categorise for finance — no manual coding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payment's future (in-flight)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of the payment lifecycle — predict the next step, not just the last.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cleared validation &amp; enrichment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 likely to hit a sanctions hold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Pre-stage the case; staff ahead of the queue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Inward payment, account resolution pending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'account not found' risk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Proactively confirm details before posting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outward, settlement step ahead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/ cover shortfall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funding before the rail demands 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'will it credit?' sharpens 0.84 → 0.87 as messages arrive (pain.001 → pacs.008) — plus recall (camt.056) &amp; return (pacs.004) legs modeled end-to-end.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model — not eight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hard part once; every new question is a small add-on.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480560" y="155448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480560" y="1554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model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661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982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661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categorisation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twin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82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(burst)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661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partial-data infill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093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estimate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525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/ return risk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~6% 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full model's parameters add a new task — proven param-efficiency (C1), so adding capabilities is cheap and fast.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today — trained &amp; serving on commodity CPU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synthetic data; no GPU required at this scale.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7724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trained (CPU)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payments scored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→ CSV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8388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output files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n=4,000: rail 0.55 probe vs 0.64 tree (4-class, harder without UPI)  ·  ETA 199 min vs 392 naive  ·  status 0.26 (weak — tree territory, reported openly)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initiation (pain.001, before clearing): ETA 186 vs 232 naive  ·  charges MAE 97 vs 185  ·  'will it credit' 0.84 → 0.87 as messages arrive.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 ISO 20022 lifecycle modeled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recall &amp; return legs (camt.056/pacs.004)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4526280"/>
            <a:ext cx="3685032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4526280"/>
            <a:ext cx="35935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charges head · gpi tracker statuses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Maturity: a working prototype on synthetic data and commodity hardware. Cold-start caveat: brand-new accounts degrade accuracy (identity features matter) — a known focus for the real-data phase. Next: real transaction data, scale, AML / network-graph.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prediction, measured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twelve read-outs — wins and losses reported alike.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76472"/>
                <a:gridCol w="1920240"/>
                <a:gridCol w="25603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 to settlement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186 min at initiation · 199 at n=4,000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 / 392 naive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 naive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(−48%)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'Will it credit?' — streaming, in-flight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0.84 → 0.87 as messages arrive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 prevalence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lifecycle-native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burst — account timing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0.67 time-aware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 order-blind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(+44pp)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routing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 probe · 0.64 on cleanly-routed 100 · SWIFT F1 1.00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0.64 · majority 0.48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(paper §5 task)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on the fresh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comparable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 (C2)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outcome at initiation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 acc / 0.22 macro-F1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0.74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reason (ISO status code)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0.23–0.27 acc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'none' dominates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/ return likelihood (camt.056 / pacs.004)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prevalence (3.9% / 2.3% positive)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rare at 20k — needs scale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Next-message order (sequence encoder)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≈ pooled (−0.6pp, re-tested on real timing)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bag-of-messages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null — no order signal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 · floors · geo-cover · duplicates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by construction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&amp; guards, not 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Missing-field infill (imputation)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fields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 / dates → lookup, not inference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the frozen backbone beats its baseline. Amber / red = a tuned tree matches or wins on complete-record labels — the paper's C2 finding, reported openly and routed to the right tool. Grey = deliberately not ML.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 predictions — a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100 held-out payments · CSV in → CSV out (test_predictions_100.csv).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0120"/>
                <a:gridCol w="1097280"/>
                <a:gridCol w="1828800"/>
                <a:gridCol w="960120"/>
                <a:gridCol w="1783080"/>
                <a:gridCol w="1508760"/>
                <a:gridCol w="16733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(conf)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exception 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833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sla_breach 0.70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250,799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account_closed 0.61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248,884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x-border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(1.00)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996 min (true 1140)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no_cover 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7,796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below_min 0.63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13,137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(0.67)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sla_breach 0.83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predicted rail matches truth; ✓ = predicted outcome matched too. Ambers are honest: the 7,796 'RTGS *' arrived mis-routed (below the ₹2L floor) — the model re-routes it AND correctly predicts the reject; 13,137 is genuine IMPS/NEFT overlap (both eligible).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fresh 100 (known accounts, new payments):  rail 0.59 — 0.64 on cleanly-routed  ·  risk 0.53  ·  status 0.31.  Stable eval (n=4,000): rail 0.55 vs tree 0.64  ·  ETA 199 vs 392 naive.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where it stands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023360" y="173736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 automated tests green · reproducible · independently code-reviewed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wins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023360" y="269748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&amp; charges from the payment itself · in-flight calls from partial (pain.001) data · timing/sequence signals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simple tree still wins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023360" y="36576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feature-rule scoring on complete records — we report this openly and route caps/floors to guards, not guesses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vs next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023360" y="461772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today → real transaction data + network/AML graph next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many payment decisions — efficient, faithful to the research, honestly measured.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2026-07-02T09:31:35Z</dcterms:created>
  <dcterms:modified xsi:type="dcterms:W3CDTF">2026-07-02T09:31:35Z</dcterms:modified>
</cp:coreProperties>
</file>