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01168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Payment Intelligence on One Model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68096" y="297180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payment once — route it, price its risk, predict failures, promise an arrival time.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68096" y="402336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2A3470"/>
          </a:solidFill>
          <a:ln w="12700">
            <a:solidFill>
              <a:srgbClr val="2A347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3816" y="402336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761488" y="402336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2A3470"/>
          </a:solidFill>
          <a:ln w="12700">
            <a:solidFill>
              <a:srgbClr val="2A347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807208" y="402336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risk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754880" y="402336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2A3470"/>
          </a:solidFill>
          <a:ln w="12700">
            <a:solidFill>
              <a:srgbClr val="2A347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00600" y="402336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failures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748272" y="402336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2A3470"/>
          </a:solidFill>
          <a:ln w="12700">
            <a:solidFill>
              <a:srgbClr val="2A347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93992" y="402336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 ETA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741664" y="402336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2A3470"/>
          </a:solidFill>
          <a:ln w="12700">
            <a:solidFill>
              <a:srgbClr val="2A347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787384" y="402336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ahead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68096" y="60350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reusable model across RTGS · NEFT · IMPS · SWIFT — reading the full ISO 20022 lifecycle (pain.001 → pacs.008 → camt.054)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operational outcomes — from one model the team builds once.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Fewer failed payments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22960" y="25146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cap / limit / SLA breaches before submission — not after a customer call.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0" y="1645920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2240" y="187452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Faster, kept promises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492240" y="25146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 customer when funds land: seconds, minutes, or hours — by rail.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931920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16052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 manual review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822960" y="48006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analysts on the risky few; auto-categorise the routine many.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17920" y="3931920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0" y="416052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build cost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6492240" y="48006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backbone, many tasks. A new question = a small add-on, not a new model.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routing — send it the right way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fastest rail that will actually clear.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14173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0" y="14173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549640" y="14173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874520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₹60,000, account-to-account, domestic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983480" y="2322576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486400" y="1874520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IMPS or NEFT — amount-band choice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549640" y="1874520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valid rail, no cap breach, no guesswork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099816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₹3,00,000, domestic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983480" y="3547872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486400" y="3099816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RTGS-eligible (≥ ₹2 lakh)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49640" y="3099816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rail for high-value, real-time settlement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233672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325112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$125,000, India → US, BIC/IBAN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983480" y="4773168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5486400" y="4325112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SWIFT (cross-border) — confidence 1.00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549640" y="4325112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Correctly separates cross-border from domestic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Catch failures before they happen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prevented reject is a call avoided and a customer kept.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14173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0" y="14173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549640" y="14173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874520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₹7.5 lakh attempted via IMPS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983480" y="2322576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486400" y="1874520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Breaches the ₹5L IMPS cap → guaranteed reject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549640" y="1874520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intake guard — blocked before submission, right tool not guesswork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099816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₹50,000 sent via RTGS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983480" y="3547872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486400" y="3099816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₹2 lakh RTGS floor → reject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49640" y="3099816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it before it leaves the building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233672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325112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payment, beneficiary bank slow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983480" y="4773168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5486400" y="4325112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Elevated SLA-breach / technical-decline risk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549640" y="4325112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pre-empts the timeout; set retry / fallback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Promise an arrival time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Accurate settlement promises — and liquidity planning.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14173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0" y="14173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549640" y="14173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874520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IMPS payment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983480" y="2322576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486400" y="1874520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549640" y="1874520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confirmation to the customer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099816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NEFT payment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983480" y="3547872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486400" y="3099816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 minutes (next batch)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49640" y="3099816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right expectation, no support ticket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233672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325112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SWIFT, cross-border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983480" y="4773168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5486400" y="4325112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~22 hours (correspondent chain)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549640" y="4325112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funding &amp; FX; promise a realistic date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(held-out): ETA error 184 min vs a 232-min naive baseline — available at initiation (pain.001), before clearing.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&amp; compliance triage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scarce analyst time at the few that need it.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14173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0" y="14173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549640" y="14173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874520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₹30 lakh, cross-border, financial counterparty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983480" y="2322576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486400" y="1874520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risk + International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549640" y="1874520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to enhanced due diligence / AML review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099816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Cross-border to a sanctioned-exposure region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983480" y="3547872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486400" y="3099816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a sanctions-screening hit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49640" y="3099816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and case-manage before settlement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233672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325112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to a software vendor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983480" y="4773168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5486400" y="4325112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category: Technology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549640" y="4325112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Auto-categorise for finance — no manual coding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the payment's future (in-flight)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digital twin of the payment lifecycle — predict the next step, not just the last.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14173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0" y="14173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549640" y="14173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874520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cleared validation &amp; enrichment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983480" y="2322576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486400" y="1874520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 likely to hit a sanctions hold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549640" y="1874520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Pre-stage the case; staff ahead of the queue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099816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Inward payment, account resolution pending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983480" y="3547872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486400" y="3099816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Elevated 'account not found' risk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49640" y="3099816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Proactively confirm details before posting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233672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325112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High-value outward, settlement step ahead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983480" y="4773168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5486400" y="4325112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Liquidity / cover shortfall risk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549640" y="4325112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 funding before the rail demands it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Measured: 'will it credit?' sharpens 0.84 → 0.87 as messages arrive (pain.001 → pacs.008) — plus recall (camt.056) &amp; return (pacs.004) legs modeled end-to-end.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one model — not eight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hard part once; every new question is a small add-on.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480560" y="1554480"/>
            <a:ext cx="3200400" cy="731520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4480560" y="155448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frozen model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2651760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65176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566160" y="2651760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11880" y="265176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09360" y="2651760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55080" y="265176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9052560" y="2651760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098280" y="265176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2960" y="3493008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493008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3566160" y="3493008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11880" y="3493008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categorisation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309360" y="3493008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3493008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in-flight twin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052560" y="3493008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098280" y="3493008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22960" y="4334256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68680" y="4334256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 (burst)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3566160" y="4334256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11880" y="4334256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partial-data infill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309360" y="4334256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55080" y="4334256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charges estimate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9052560" y="4334256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098280" y="4334256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/ return risk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822960" y="5349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~6% 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 full model's parameters add a new task — proven param-efficiency (C1), so adding capabilities is cheap and fast.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Status today — trained &amp; serving on commodity CPU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on synthetic data; no GPU required at this scale.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20440" cy="1508760"/>
          </a:xfrm>
          <a:prstGeom prst="roundRect">
            <a:avLst>
              <a:gd name="adj" fmla="val 4848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7830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20,000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777240" y="2542032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trained (CPU)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251960" y="1600200"/>
            <a:ext cx="3520440" cy="1508760"/>
          </a:xfrm>
          <a:prstGeom prst="roundRect">
            <a:avLst>
              <a:gd name="adj" fmla="val 4848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7830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480560" y="2542032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test payments scored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955280" y="1600200"/>
            <a:ext cx="3520440" cy="1508760"/>
          </a:xfrm>
          <a:prstGeom prst="roundRect">
            <a:avLst>
              <a:gd name="adj" fmla="val 4848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83880" y="17830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CSV → CSV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8183880" y="2542032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and output files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38328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n=4,000: rail 0.55 probe vs 0.64 tree (4-class, harder without UPI)  ·  ETA 199 min vs 392 naive  ·  status 0.26 (weak — tree territory, reported openly)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388620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initiation (pain.001, before clearing): ETA 186 vs 232 naive  ·  charges MAE 97 vs 185  ·  'will it credit' 0.84 → 0.87 as messages arrive.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526280"/>
            <a:ext cx="356616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45262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full ISO 20022 lifecycle modeled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251960" y="4526280"/>
            <a:ext cx="356616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97680" y="45262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recall &amp; return legs (camt.056/pacs.004)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955280" y="4526280"/>
            <a:ext cx="3685032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01000" y="4526280"/>
            <a:ext cx="359359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charges head · gpi tracker statuses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48640" y="544068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Maturity: a working prototype on synthetic data and commodity hardware. Cold-start caveat: brand-new accounts degrade accuracy (identity features matter) — a known focus for the real-data phase. Next: real transaction data, scale, AML / network-graph.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prediction, measured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backbone, twelve read-outs — wins and losses reported alike.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1127455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776472"/>
                <a:gridCol w="1920240"/>
                <a:gridCol w="256032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result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ETA to settlement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186 min at initiation · 199 at n=4,000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232 / 392 naive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wins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Charges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97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 naive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wins (−48%)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'Will it credit?' — streaming, in-flight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PR-AUC 0.84 → 0.87 as messages arrive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 prevalence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wins — lifecycle-native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Velocity burst — account timing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PR-AUC 0.85 time-aware (full-scale encoder)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 order-blind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wins (+65pp)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Rail routing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 probe · 0.64 on cleanly-routed 100 · SWIFT F1 1.00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tree 0.64 · majority 0.48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98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Tree competitive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(paper §5 task)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 on the fresh 100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tree comparable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98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Tree competitive (C2)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STP outcome at initiation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 acc / 0.22 macro-F1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majority 0.74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Weak — tree territory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 reason (ISO status code)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0.23–0.27 acc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'none' dominates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Weak — tree territory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 / return likelihood (camt.056 / pacs.004)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prevalence (3.9% / 2.3% positive)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 rare at 20k — needs scale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Next-message order (sequence encoder)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sequence ≈ pooled (−0.6pp, re-tested on real timing)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bag-of-messages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A61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Honest null — no order signal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Caps · floors · geo-cover · duplicates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 by construction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A61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Rules &amp; guards, not ML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Missing-field infill (imputation)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fields only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A61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IDs / dates → lookup, not inference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5943600"/>
            <a:ext cx="112745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= the frozen backbone beats its baseline. Amber / red = a tuned tree matches or wins on complete-record labels — the paper's C2 finding, reported openly and routed to the right tool. Grey = deliberately not ML.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Actual predictions — a sample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of 100 held-out payments · CSV in → CSV out (test_predictions_100.csv).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7455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60120"/>
                <a:gridCol w="1097280"/>
                <a:gridCol w="1828800"/>
                <a:gridCol w="960120"/>
                <a:gridCol w="1783080"/>
                <a:gridCol w="1508760"/>
                <a:gridCol w="167335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Amount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 rail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Predicted (conf)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exception risk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833 INR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domestic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IMPS (0.60)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STP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sla_breach 0.70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250,799 INR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domestic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RTGS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RTGS (0.83)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MANUAL_REVIEW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account_closed 0.61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248,884 INR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x-border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SWIFT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SWIFT (1.00)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MANUAL_REVIEW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996 min (true 1140)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no_cover 1.00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7,796 INR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domestic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RTGS *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98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IMPS (0.60)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REJECTED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below_min 0.63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13,137 INR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domestic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98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NEFT (0.67)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MANUAL_REVIEW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819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sla_breach 0.83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75488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= predicted rail matches truth; ✓ = predicted outcome matched too. Ambers are honest: the 7,796 'RTGS *' arrived mis-routed (below the ₹2L floor) — the model re-routes it AND correctly predicts the reject; 13,137 is genuine IMPS/NEFT overlap (both eligible).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57200" y="553212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fresh 100 (known accounts, new payments):  rail 0.59 — 0.64 on cleanly-routed  ·  risk 0.53  ·  status 0.31.  Stable eval (n=4,000): rail 0.55 vs tree 0.64  ·  ETA 199 vs 392 naive.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about where it stands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77240" y="173736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4023360" y="1737360"/>
            <a:ext cx="7406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183 automated tests green · reproducible · independently code-reviewed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77240" y="269748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it wins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023360" y="2697480"/>
            <a:ext cx="7406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 &amp; charges from the payment itself · in-flight calls from partial (pain.001) data · timing/sequence signals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365760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a simple tree still wins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023360" y="3657600"/>
            <a:ext cx="7406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feature-rule scoring on complete records — we report this openly and route caps/floors to guards, not guesses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461772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 vs next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023360" y="4617720"/>
            <a:ext cx="7406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 today → real transaction data + network/AML graph next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77240" y="585216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model, many payment decisions — efficient, faithful to the research, honestly measured.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2026-07-03T12:12:12Z</dcterms:created>
  <dcterms:modified xsi:type="dcterms:W3CDTF">2026-07-03T12:12:12Z</dcterms:modified>
</cp:coreProperties>
</file>